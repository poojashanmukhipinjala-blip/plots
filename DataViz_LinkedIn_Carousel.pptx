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VISUALIZATION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plot() vs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vs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74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three approaches. What each one is, how they differ, and exactly when to use which.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6419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plot()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649224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36976" y="6419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6492240"/>
            <a:ext cx="219456" cy="21945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0096" y="6419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8229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 Many Ways to Plot?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aren't competitors. They're layers of the same stack, each trading control for convenience.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chart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97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one-line charts straight from a DataFrame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365760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4C6E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297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 with polished styling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built on top of  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E887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6035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537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engine that actually draws everything, with full control over every detail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16002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Python plotting library. You build a figure piece by piece, controlling axes, ticks, labels, colors, and layout.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976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Low-level: maximum control, more code to write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065776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560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lists, NumPy arrays, and DataFrame columns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724144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144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publication-quality PNG, PDF, and SVG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38251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62727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 for beginners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70866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41B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7269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PLOT()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plot()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1600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convenience wrapper built into pandas. Call .plot() on a Series or DataFrame and get a chart in one line. Matplotlib does the drawing behind the scenes.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976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imports needed for a quick look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0657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560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index and column labels automatically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7241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144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chart with kind=: line, bar, hist, box, scatter, pie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3825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62727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styling; returns a Matplotlib Axes to customize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70866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41B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7269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df["sales"].plot(kind="hist")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1600200"/>
          </a:xfrm>
          <a:prstGeom prst="rect">
            <a:avLst/>
          </a:prstGeom>
          <a:solidFill>
            <a:srgbClr val="4C6E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visualization library built on Matplotlib. It works directly with pandas DataFrames and gives attractive, polished charts by default.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976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stat plots: histplot, boxplot, violinplot, heatmap, pairplot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065776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560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groups easily with hue, col, and row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724144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144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legends, themes, and color palettes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382512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62727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Matplotlib underneath, so you can fine-tune with plt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70866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41B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7269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Chart, Three 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as a bar chart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plot()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df.groupby("region")["sales"].sum().plot(kind="bar")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804672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03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= df.groupby("region")["sales"].sum()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ax.bar(sales.index, sales.values)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ax.set_title("Sales by Region")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632704"/>
            <a:ext cx="201168" cy="201168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577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9436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41B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6126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sns.barplot(data=df, x="region", y="sales",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estimator="sum", errorbar=None)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7315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result. Very different amounts of code and control.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0" y="1600200"/>
            <a:ext cx="219456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0" y="1600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plot()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600200"/>
            <a:ext cx="2194560" cy="59436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06240" y="1600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2194560" cy="594360"/>
          </a:xfrm>
          <a:prstGeom prst="rect">
            <a:avLst/>
          </a:prstGeom>
          <a:solidFill>
            <a:srgbClr val="4C6E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00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194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194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94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pandas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needed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0632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Least: often 1 line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0632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Most: step by step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632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1 to 3 lines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931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931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931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31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Good; deeper via plt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800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plots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800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(hist, box)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4800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 build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800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(KDE, violin, heatmap)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8046720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56692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look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5669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5669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669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65379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103120" y="6537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/ DataFrame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297680" y="6537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lists, columns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6537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DataFrame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7406640"/>
            <a:ext cx="8046720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7406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103120" y="7406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EDA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297680" y="7406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publication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7406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comparisons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PANDAS PLOT()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Answers in Your Notebook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9077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EDA right after loading a dataset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490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447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trend or distribution in seconds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5902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2885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line or bar chart for a fast stakeholder check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4315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1297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least code possible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 WHEN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multi-panel layouts, heavy styling, or advanced statistical charts.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71780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41B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7360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df["sales"].plot(kind="line", figsize=(8, 4))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MATPLOTLIB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Control Over Every Detail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90779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layouts: subplots, dual axes, annotations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49040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447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or report-quality figures at exact sizes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590288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2885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non-DataFrame data: arrays, simulations, model output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431536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1297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fine-tune any single element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 WHEN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want a quick look. The extra code isn't worth it.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71780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41B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7360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4))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SEABORN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Patterns, Groups &amp; Relationships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907792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relationships between variables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49040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447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groups with hue, boxplots, or violin plots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590288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2885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heatmaps and pair plots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431536"/>
            <a:ext cx="128016" cy="128016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1297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good-looking charts by default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 WHEN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very custom or non-standard chart types.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71780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41B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7360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sns.heatmap(df.corr(numeric_only=True), annot=True)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Practice: Use Them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analyst workflow uses all three.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0428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94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786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df.plot() to spot trends and outliers fast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401568"/>
            <a:ext cx="512064" cy="512064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291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6758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to compare groups and relationships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498848"/>
            <a:ext cx="512064" cy="51206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export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7731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to fine-tune and save the final figure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41B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7150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4))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x="region",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y="sales", ax=ax)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ax.set_title("Sales by Region")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fig.savefig("sales.png", dpi=300)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Thumb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31089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341071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3108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31089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pandas plot()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1B4D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462272"/>
            <a:ext cx="256032" cy="256032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style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4160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Seaborn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1B4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5513832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5212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Matplotlib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83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do you reach for first? Drop it in the comments 👇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for more Python &amp; Data Science breakdowns.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2026-09-28T05:33:47Z</dcterms:created>
  <dcterms:modified xsi:type="dcterms:W3CDTF">2026-09-28T05:33:47Z</dcterms:modified>
</cp:coreProperties>
</file>